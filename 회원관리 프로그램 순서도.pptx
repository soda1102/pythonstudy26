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1E86"/>
    <a:srgbClr val="A47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35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20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249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47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80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69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82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4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33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69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119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0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2CFC2-9F42-408B-8F55-730D7A48750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1D0C-155B-4DDD-A141-8AE629210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64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481629EB-DA36-53C1-6E65-10C93342A5FE}"/>
              </a:ext>
            </a:extLst>
          </p:cNvPr>
          <p:cNvSpPr/>
          <p:nvPr/>
        </p:nvSpPr>
        <p:spPr>
          <a:xfrm>
            <a:off x="179615" y="195943"/>
            <a:ext cx="2890156" cy="102493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실행문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처리</a:t>
            </a: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57D5515A-AD11-E675-5EBE-E1B83EC70987}"/>
              </a:ext>
            </a:extLst>
          </p:cNvPr>
          <p:cNvSpPr/>
          <p:nvPr/>
        </p:nvSpPr>
        <p:spPr>
          <a:xfrm>
            <a:off x="179614" y="1440681"/>
            <a:ext cx="2890157" cy="111034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대체 처리</a:t>
            </a:r>
          </a:p>
        </p:txBody>
      </p:sp>
      <p:sp>
        <p:nvSpPr>
          <p:cNvPr id="6" name="순서도: 판단 5">
            <a:extLst>
              <a:ext uri="{FF2B5EF4-FFF2-40B4-BE49-F238E27FC236}">
                <a16:creationId xmlns:a16="http://schemas.microsoft.com/office/drawing/2014/main" id="{2441E569-3F70-65AB-4C19-E9B1E216F32A}"/>
              </a:ext>
            </a:extLst>
          </p:cNvPr>
          <p:cNvSpPr/>
          <p:nvPr/>
        </p:nvSpPr>
        <p:spPr>
          <a:xfrm>
            <a:off x="3788228" y="195943"/>
            <a:ext cx="2450647" cy="102493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판단 </a:t>
            </a:r>
            <a:r>
              <a:rPr lang="en-US" altLang="ko-KR" dirty="0"/>
              <a:t>: if</a:t>
            </a:r>
            <a:r>
              <a:rPr lang="ko-KR" altLang="en-US" dirty="0"/>
              <a:t>문</a:t>
            </a:r>
          </a:p>
        </p:txBody>
      </p:sp>
      <p:sp>
        <p:nvSpPr>
          <p:cNvPr id="7" name="순서도: 데이터 6">
            <a:extLst>
              <a:ext uri="{FF2B5EF4-FFF2-40B4-BE49-F238E27FC236}">
                <a16:creationId xmlns:a16="http://schemas.microsoft.com/office/drawing/2014/main" id="{66462B0E-64B9-C90D-1843-E9539219B112}"/>
              </a:ext>
            </a:extLst>
          </p:cNvPr>
          <p:cNvSpPr/>
          <p:nvPr/>
        </p:nvSpPr>
        <p:spPr>
          <a:xfrm>
            <a:off x="3452131" y="1440681"/>
            <a:ext cx="2890157" cy="1110343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</a:t>
            </a: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68A52493-BFEB-3821-E9C8-94A27A945636}"/>
              </a:ext>
            </a:extLst>
          </p:cNvPr>
          <p:cNvSpPr/>
          <p:nvPr/>
        </p:nvSpPr>
        <p:spPr>
          <a:xfrm>
            <a:off x="179615" y="2847975"/>
            <a:ext cx="2890156" cy="89535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프로그램 시작</a:t>
            </a:r>
            <a:r>
              <a:rPr lang="en-US" altLang="ko-KR" dirty="0"/>
              <a:t>!</a:t>
            </a:r>
          </a:p>
          <a:p>
            <a:pPr algn="ctr"/>
            <a:r>
              <a:rPr lang="ko-KR" altLang="en-US" dirty="0"/>
              <a:t>프로그램 끝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0" name="순서도: 준비 9">
            <a:extLst>
              <a:ext uri="{FF2B5EF4-FFF2-40B4-BE49-F238E27FC236}">
                <a16:creationId xmlns:a16="http://schemas.microsoft.com/office/drawing/2014/main" id="{4039DDB9-4E95-50A4-2B1D-0A6A268D2FC0}"/>
              </a:ext>
            </a:extLst>
          </p:cNvPr>
          <p:cNvSpPr/>
          <p:nvPr/>
        </p:nvSpPr>
        <p:spPr>
          <a:xfrm>
            <a:off x="3354840" y="2847975"/>
            <a:ext cx="3084737" cy="895350"/>
          </a:xfrm>
          <a:prstGeom prst="flowChartPrepa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준비 </a:t>
            </a:r>
            <a:r>
              <a:rPr lang="en-US" altLang="ko-KR" dirty="0"/>
              <a:t>:</a:t>
            </a:r>
          </a:p>
          <a:p>
            <a:pPr algn="ctr"/>
            <a:r>
              <a:rPr lang="ko-KR" altLang="en-US" dirty="0"/>
              <a:t>변수 선언</a:t>
            </a:r>
            <a:r>
              <a:rPr lang="en-US" altLang="ko-KR" dirty="0"/>
              <a:t>, </a:t>
            </a:r>
            <a:r>
              <a:rPr lang="ko-KR" altLang="en-US" dirty="0"/>
              <a:t>초기값</a:t>
            </a:r>
          </a:p>
        </p:txBody>
      </p:sp>
      <p:sp>
        <p:nvSpPr>
          <p:cNvPr id="11" name="순서도: 수동 입력 10">
            <a:extLst>
              <a:ext uri="{FF2B5EF4-FFF2-40B4-BE49-F238E27FC236}">
                <a16:creationId xmlns:a16="http://schemas.microsoft.com/office/drawing/2014/main" id="{0CE5BFD9-1BD8-9CEF-A095-F02CE3E529B9}"/>
              </a:ext>
            </a:extLst>
          </p:cNvPr>
          <p:cNvSpPr/>
          <p:nvPr/>
        </p:nvSpPr>
        <p:spPr>
          <a:xfrm>
            <a:off x="342900" y="4029075"/>
            <a:ext cx="2495550" cy="790575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수동입력 </a:t>
            </a:r>
            <a:r>
              <a:rPr lang="en-US" altLang="ko-KR" dirty="0"/>
              <a:t>: </a:t>
            </a:r>
            <a:r>
              <a:rPr lang="ko-KR" altLang="en-US" dirty="0"/>
              <a:t>키보드 옆모습</a:t>
            </a:r>
            <a:r>
              <a:rPr lang="en-US" altLang="ko-KR" dirty="0"/>
              <a:t>(input())</a:t>
            </a:r>
            <a:endParaRPr lang="ko-KR" altLang="en-US" dirty="0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9D7E66E8-A062-48DD-89A6-3BC19E97EE14}"/>
              </a:ext>
            </a:extLst>
          </p:cNvPr>
          <p:cNvSpPr/>
          <p:nvPr/>
        </p:nvSpPr>
        <p:spPr>
          <a:xfrm>
            <a:off x="3429000" y="3948795"/>
            <a:ext cx="874260" cy="87426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연결자</a:t>
            </a:r>
            <a:endParaRPr lang="ko-KR" altLang="en-US" dirty="0"/>
          </a:p>
        </p:txBody>
      </p:sp>
      <p:sp>
        <p:nvSpPr>
          <p:cNvPr id="13" name="순서도: 다른 페이지 연결선 12">
            <a:extLst>
              <a:ext uri="{FF2B5EF4-FFF2-40B4-BE49-F238E27FC236}">
                <a16:creationId xmlns:a16="http://schemas.microsoft.com/office/drawing/2014/main" id="{45ABC6BA-9312-6AD3-77C2-BB15A841F1D4}"/>
              </a:ext>
            </a:extLst>
          </p:cNvPr>
          <p:cNvSpPr/>
          <p:nvPr/>
        </p:nvSpPr>
        <p:spPr>
          <a:xfrm>
            <a:off x="4552950" y="3943350"/>
            <a:ext cx="876300" cy="89535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연결자</a:t>
            </a:r>
            <a:endParaRPr lang="ko-KR" altLang="en-US" dirty="0"/>
          </a:p>
        </p:txBody>
      </p:sp>
      <p:sp>
        <p:nvSpPr>
          <p:cNvPr id="14" name="순서도: 화면 표시 13">
            <a:extLst>
              <a:ext uri="{FF2B5EF4-FFF2-40B4-BE49-F238E27FC236}">
                <a16:creationId xmlns:a16="http://schemas.microsoft.com/office/drawing/2014/main" id="{DD8AC8F0-6677-5828-3B19-10D371F22D4C}"/>
              </a:ext>
            </a:extLst>
          </p:cNvPr>
          <p:cNvSpPr/>
          <p:nvPr/>
        </p:nvSpPr>
        <p:spPr>
          <a:xfrm>
            <a:off x="342900" y="5257800"/>
            <a:ext cx="2314575" cy="1066800"/>
          </a:xfrm>
          <a:prstGeom prst="flowChartDisp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화면표시</a:t>
            </a:r>
            <a:endParaRPr lang="en-US" altLang="ko-KR" dirty="0"/>
          </a:p>
          <a:p>
            <a:pPr algn="ctr"/>
            <a:r>
              <a:rPr lang="en-US" altLang="ko-KR" dirty="0"/>
              <a:t>(print())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6765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A44308F5-3185-A187-E921-097DED6AF205}"/>
              </a:ext>
            </a:extLst>
          </p:cNvPr>
          <p:cNvSpPr/>
          <p:nvPr/>
        </p:nvSpPr>
        <p:spPr>
          <a:xfrm>
            <a:off x="1983922" y="177347"/>
            <a:ext cx="2890156" cy="678996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회원관리 프로그램 시작</a:t>
            </a:r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2BE250EC-4555-1263-B50B-F22FF688F035}"/>
              </a:ext>
            </a:extLst>
          </p:cNvPr>
          <p:cNvSpPr/>
          <p:nvPr/>
        </p:nvSpPr>
        <p:spPr>
          <a:xfrm>
            <a:off x="1983922" y="11335657"/>
            <a:ext cx="2890156" cy="678996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회원관리 프로그램 종료</a:t>
            </a:r>
          </a:p>
        </p:txBody>
      </p:sp>
      <p:sp>
        <p:nvSpPr>
          <p:cNvPr id="6" name="순서도: 준비 5">
            <a:extLst>
              <a:ext uri="{FF2B5EF4-FFF2-40B4-BE49-F238E27FC236}">
                <a16:creationId xmlns:a16="http://schemas.microsoft.com/office/drawing/2014/main" id="{B7BF0CEA-706B-6440-5B96-A119FF0F93D1}"/>
              </a:ext>
            </a:extLst>
          </p:cNvPr>
          <p:cNvSpPr/>
          <p:nvPr/>
        </p:nvSpPr>
        <p:spPr>
          <a:xfrm>
            <a:off x="849086" y="1240551"/>
            <a:ext cx="5159828" cy="911645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759 w 10000"/>
              <a:gd name="connsiteY4" fmla="*/ 9818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10000"/>
              <a:gd name="connsiteY0" fmla="*/ 5182 h 10182"/>
              <a:gd name="connsiteX1" fmla="*/ 2000 w 10000"/>
              <a:gd name="connsiteY1" fmla="*/ 182 h 10182"/>
              <a:gd name="connsiteX2" fmla="*/ 8696 w 10000"/>
              <a:gd name="connsiteY2" fmla="*/ 0 h 10182"/>
              <a:gd name="connsiteX3" fmla="*/ 10000 w 10000"/>
              <a:gd name="connsiteY3" fmla="*/ 5182 h 10182"/>
              <a:gd name="connsiteX4" fmla="*/ 8759 w 10000"/>
              <a:gd name="connsiteY4" fmla="*/ 10000 h 10182"/>
              <a:gd name="connsiteX5" fmla="*/ 2000 w 10000"/>
              <a:gd name="connsiteY5" fmla="*/ 10182 h 10182"/>
              <a:gd name="connsiteX6" fmla="*/ 0 w 10000"/>
              <a:gd name="connsiteY6" fmla="*/ 5182 h 10182"/>
              <a:gd name="connsiteX0" fmla="*/ 0 w 10000"/>
              <a:gd name="connsiteY0" fmla="*/ 5182 h 10182"/>
              <a:gd name="connsiteX1" fmla="*/ 2000 w 10000"/>
              <a:gd name="connsiteY1" fmla="*/ 182 h 10182"/>
              <a:gd name="connsiteX2" fmla="*/ 8791 w 10000"/>
              <a:gd name="connsiteY2" fmla="*/ 0 h 10182"/>
              <a:gd name="connsiteX3" fmla="*/ 10000 w 10000"/>
              <a:gd name="connsiteY3" fmla="*/ 5182 h 10182"/>
              <a:gd name="connsiteX4" fmla="*/ 8759 w 10000"/>
              <a:gd name="connsiteY4" fmla="*/ 10000 h 10182"/>
              <a:gd name="connsiteX5" fmla="*/ 2000 w 10000"/>
              <a:gd name="connsiteY5" fmla="*/ 10182 h 10182"/>
              <a:gd name="connsiteX6" fmla="*/ 0 w 10000"/>
              <a:gd name="connsiteY6" fmla="*/ 5182 h 10182"/>
              <a:gd name="connsiteX0" fmla="*/ 0 w 10000"/>
              <a:gd name="connsiteY0" fmla="*/ 5182 h 10182"/>
              <a:gd name="connsiteX1" fmla="*/ 2000 w 10000"/>
              <a:gd name="connsiteY1" fmla="*/ 182 h 10182"/>
              <a:gd name="connsiteX2" fmla="*/ 8791 w 10000"/>
              <a:gd name="connsiteY2" fmla="*/ 0 h 10182"/>
              <a:gd name="connsiteX3" fmla="*/ 10000 w 10000"/>
              <a:gd name="connsiteY3" fmla="*/ 5182 h 10182"/>
              <a:gd name="connsiteX4" fmla="*/ 8759 w 10000"/>
              <a:gd name="connsiteY4" fmla="*/ 10000 h 10182"/>
              <a:gd name="connsiteX5" fmla="*/ 1367 w 10000"/>
              <a:gd name="connsiteY5" fmla="*/ 10182 h 10182"/>
              <a:gd name="connsiteX6" fmla="*/ 0 w 10000"/>
              <a:gd name="connsiteY6" fmla="*/ 5182 h 10182"/>
              <a:gd name="connsiteX0" fmla="*/ 0 w 10000"/>
              <a:gd name="connsiteY0" fmla="*/ 5182 h 10182"/>
              <a:gd name="connsiteX1" fmla="*/ 1335 w 10000"/>
              <a:gd name="connsiteY1" fmla="*/ 182 h 10182"/>
              <a:gd name="connsiteX2" fmla="*/ 8791 w 10000"/>
              <a:gd name="connsiteY2" fmla="*/ 0 h 10182"/>
              <a:gd name="connsiteX3" fmla="*/ 10000 w 10000"/>
              <a:gd name="connsiteY3" fmla="*/ 5182 h 10182"/>
              <a:gd name="connsiteX4" fmla="*/ 8759 w 10000"/>
              <a:gd name="connsiteY4" fmla="*/ 10000 h 10182"/>
              <a:gd name="connsiteX5" fmla="*/ 1367 w 10000"/>
              <a:gd name="connsiteY5" fmla="*/ 10182 h 10182"/>
              <a:gd name="connsiteX6" fmla="*/ 0 w 10000"/>
              <a:gd name="connsiteY6" fmla="*/ 5182 h 1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182">
                <a:moveTo>
                  <a:pt x="0" y="5182"/>
                </a:moveTo>
                <a:lnTo>
                  <a:pt x="1335" y="182"/>
                </a:lnTo>
                <a:lnTo>
                  <a:pt x="8791" y="0"/>
                </a:lnTo>
                <a:lnTo>
                  <a:pt x="10000" y="5182"/>
                </a:lnTo>
                <a:lnTo>
                  <a:pt x="8759" y="10000"/>
                </a:lnTo>
                <a:lnTo>
                  <a:pt x="1367" y="10182"/>
                </a:lnTo>
                <a:lnTo>
                  <a:pt x="0" y="5182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run = True</a:t>
            </a:r>
          </a:p>
          <a:p>
            <a:pPr algn="ctr"/>
            <a:r>
              <a:rPr lang="en-US" altLang="ko-KR" dirty="0"/>
              <a:t>session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None</a:t>
            </a:r>
          </a:p>
          <a:p>
            <a:pPr algn="ctr"/>
            <a:r>
              <a:rPr lang="en-US" altLang="ko-KR" dirty="0"/>
              <a:t>ids, </a:t>
            </a:r>
            <a:r>
              <a:rPr lang="en-US" altLang="ko-KR" dirty="0" err="1"/>
              <a:t>pws</a:t>
            </a:r>
            <a:r>
              <a:rPr lang="en-US" altLang="ko-KR" dirty="0"/>
              <a:t>, names, roles, active = [ ]</a:t>
            </a:r>
            <a:endParaRPr lang="ko-KR" altLang="en-US" dirty="0"/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4C83466-1E64-BEE2-88AA-D419F44A9F2A}"/>
              </a:ext>
            </a:extLst>
          </p:cNvPr>
          <p:cNvSpPr/>
          <p:nvPr/>
        </p:nvSpPr>
        <p:spPr>
          <a:xfrm>
            <a:off x="702130" y="2579944"/>
            <a:ext cx="5747656" cy="233132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member_add</a:t>
            </a:r>
            <a:r>
              <a:rPr lang="en-US" altLang="ko-KR" dirty="0"/>
              <a:t>()  #</a:t>
            </a:r>
            <a:r>
              <a:rPr lang="ko-KR" altLang="en-US" dirty="0"/>
              <a:t>회원가입용</a:t>
            </a:r>
            <a:endParaRPr lang="en-US" altLang="ko-KR" dirty="0"/>
          </a:p>
          <a:p>
            <a:pPr algn="ctr"/>
            <a:r>
              <a:rPr lang="en-US" altLang="ko-KR" dirty="0" err="1"/>
              <a:t>member_login</a:t>
            </a:r>
            <a:r>
              <a:rPr lang="en-US" altLang="ko-KR" dirty="0"/>
              <a:t>()  #</a:t>
            </a:r>
            <a:r>
              <a:rPr lang="ko-KR" altLang="en-US" dirty="0"/>
              <a:t>로그인용</a:t>
            </a:r>
            <a:endParaRPr lang="en-US" altLang="ko-KR" dirty="0"/>
          </a:p>
          <a:p>
            <a:pPr algn="ctr"/>
            <a:r>
              <a:rPr lang="en-US" altLang="ko-KR" dirty="0" err="1"/>
              <a:t>member_logout</a:t>
            </a:r>
            <a:r>
              <a:rPr lang="en-US" altLang="ko-KR" dirty="0"/>
              <a:t>()  #</a:t>
            </a:r>
            <a:r>
              <a:rPr lang="ko-KR" altLang="en-US" dirty="0"/>
              <a:t>로그아웃용</a:t>
            </a:r>
            <a:endParaRPr lang="en-US" altLang="ko-KR" dirty="0"/>
          </a:p>
          <a:p>
            <a:pPr algn="ctr"/>
            <a:r>
              <a:rPr lang="en-US" altLang="ko-KR" dirty="0" err="1"/>
              <a:t>member_admin</a:t>
            </a:r>
            <a:r>
              <a:rPr lang="en-US" altLang="ko-KR" dirty="0"/>
              <a:t>()</a:t>
            </a:r>
            <a:r>
              <a:rPr lang="ko-KR" altLang="en-US" dirty="0"/>
              <a:t>  </a:t>
            </a:r>
            <a:r>
              <a:rPr lang="en-US" altLang="ko-KR" dirty="0"/>
              <a:t>#</a:t>
            </a:r>
            <a:r>
              <a:rPr lang="ko-KR" altLang="en-US" dirty="0"/>
              <a:t>관리자용</a:t>
            </a:r>
            <a:endParaRPr lang="en-US" altLang="ko-KR" dirty="0"/>
          </a:p>
          <a:p>
            <a:pPr algn="ctr"/>
            <a:r>
              <a:rPr lang="en-US" altLang="ko-KR" dirty="0" err="1"/>
              <a:t>member_modify</a:t>
            </a:r>
            <a:r>
              <a:rPr lang="en-US" altLang="ko-KR" dirty="0"/>
              <a:t>()  #</a:t>
            </a:r>
            <a:r>
              <a:rPr lang="ko-KR" altLang="en-US" dirty="0"/>
              <a:t>정보수정용</a:t>
            </a:r>
            <a:endParaRPr lang="en-US" altLang="ko-KR" dirty="0"/>
          </a:p>
          <a:p>
            <a:pPr algn="ctr"/>
            <a:r>
              <a:rPr lang="en-US" altLang="ko-KR" dirty="0" err="1"/>
              <a:t>member_delete</a:t>
            </a:r>
            <a:r>
              <a:rPr lang="en-US" altLang="ko-KR" dirty="0"/>
              <a:t>()  #</a:t>
            </a:r>
            <a:r>
              <a:rPr lang="ko-KR" altLang="en-US" dirty="0"/>
              <a:t>회원삭제용</a:t>
            </a:r>
            <a:endParaRPr lang="en-US" altLang="ko-KR" dirty="0"/>
          </a:p>
          <a:p>
            <a:pPr algn="ctr"/>
            <a:r>
              <a:rPr lang="en-US" altLang="ko-KR" dirty="0" err="1"/>
              <a:t>main_menu</a:t>
            </a:r>
            <a:r>
              <a:rPr lang="en-US" altLang="ko-KR" dirty="0"/>
              <a:t>()  #</a:t>
            </a:r>
            <a:r>
              <a:rPr lang="ko-KR" altLang="en-US" dirty="0" err="1"/>
              <a:t>메인메뉴</a:t>
            </a:r>
            <a:endParaRPr lang="en-US" altLang="ko-KR" dirty="0"/>
          </a:p>
          <a:p>
            <a:pPr algn="ctr"/>
            <a:r>
              <a:rPr lang="en-US" altLang="ko-KR" dirty="0" err="1"/>
              <a:t>main_add_menu</a:t>
            </a:r>
            <a:r>
              <a:rPr lang="en-US" altLang="ko-KR" dirty="0"/>
              <a:t>()  #</a:t>
            </a:r>
            <a:r>
              <a:rPr lang="ko-KR" altLang="en-US" dirty="0"/>
              <a:t>회원추가 메뉴</a:t>
            </a: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EA19D7A7-46D3-5CE9-EF37-93DD7A1D0D8C}"/>
              </a:ext>
            </a:extLst>
          </p:cNvPr>
          <p:cNvSpPr/>
          <p:nvPr/>
        </p:nvSpPr>
        <p:spPr>
          <a:xfrm>
            <a:off x="1534885" y="5305105"/>
            <a:ext cx="3788230" cy="119910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run = True</a:t>
            </a:r>
            <a:r>
              <a:rPr lang="ko-KR" altLang="en-US" dirty="0"/>
              <a:t>인지 파악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2D72329D-50C8-B0DD-A009-104B19011216}"/>
              </a:ext>
            </a:extLst>
          </p:cNvPr>
          <p:cNvCxnSpPr>
            <a:cxnSpLocks/>
            <a:stCxn id="8" idx="3"/>
            <a:endCxn id="5" idx="0"/>
          </p:cNvCxnSpPr>
          <p:nvPr/>
        </p:nvCxnSpPr>
        <p:spPr>
          <a:xfrm flipH="1">
            <a:off x="3429000" y="5904657"/>
            <a:ext cx="1894115" cy="5431000"/>
          </a:xfrm>
          <a:prstGeom prst="bentConnector4">
            <a:avLst>
              <a:gd name="adj1" fmla="val -77203"/>
              <a:gd name="adj2" fmla="val 929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93998C-1C96-F64D-E45B-A511FD6F8624}"/>
              </a:ext>
            </a:extLst>
          </p:cNvPr>
          <p:cNvSpPr/>
          <p:nvPr/>
        </p:nvSpPr>
        <p:spPr>
          <a:xfrm>
            <a:off x="5495697" y="5305105"/>
            <a:ext cx="1026433" cy="493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False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E40910-6011-AF2F-CF55-B37FAD2A927F}"/>
              </a:ext>
            </a:extLst>
          </p:cNvPr>
          <p:cNvSpPr/>
          <p:nvPr/>
        </p:nvSpPr>
        <p:spPr>
          <a:xfrm>
            <a:off x="1875289" y="6491479"/>
            <a:ext cx="1026433" cy="4153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True</a:t>
            </a:r>
            <a:endParaRPr lang="ko-KR" altLang="en-US" dirty="0"/>
          </a:p>
        </p:txBody>
      </p:sp>
      <p:sp>
        <p:nvSpPr>
          <p:cNvPr id="18" name="순서도: 수동 입력 17">
            <a:extLst>
              <a:ext uri="{FF2B5EF4-FFF2-40B4-BE49-F238E27FC236}">
                <a16:creationId xmlns:a16="http://schemas.microsoft.com/office/drawing/2014/main" id="{EE391BA5-0658-B624-5870-C0CC549ECF04}"/>
              </a:ext>
            </a:extLst>
          </p:cNvPr>
          <p:cNvSpPr/>
          <p:nvPr/>
        </p:nvSpPr>
        <p:spPr>
          <a:xfrm>
            <a:off x="2181225" y="6951924"/>
            <a:ext cx="2495550" cy="790575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input(“1~5,9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입력</a:t>
            </a:r>
            <a:r>
              <a:rPr lang="en-US" altLang="ko-KR" dirty="0"/>
              <a:t>”)</a:t>
            </a:r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E5F635B-F5B8-9FE8-0E82-2C9BF40EB73A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429000" y="6504209"/>
            <a:ext cx="0" cy="5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순서도: 판단 22">
            <a:extLst>
              <a:ext uri="{FF2B5EF4-FFF2-40B4-BE49-F238E27FC236}">
                <a16:creationId xmlns:a16="http://schemas.microsoft.com/office/drawing/2014/main" id="{8CCD6F82-C93D-8186-A5C2-4FB567289A83}"/>
              </a:ext>
            </a:extLst>
          </p:cNvPr>
          <p:cNvSpPr/>
          <p:nvPr/>
        </p:nvSpPr>
        <p:spPr>
          <a:xfrm>
            <a:off x="192313" y="8489448"/>
            <a:ext cx="1791609" cy="75070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select == “1”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90DDEF2-504E-102A-7DF3-7D6630F5EB5F}"/>
              </a:ext>
            </a:extLst>
          </p:cNvPr>
          <p:cNvSpPr/>
          <p:nvPr/>
        </p:nvSpPr>
        <p:spPr>
          <a:xfrm>
            <a:off x="192311" y="9511659"/>
            <a:ext cx="1791612" cy="335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member_add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5" name="순서도: 판단 24">
            <a:extLst>
              <a:ext uri="{FF2B5EF4-FFF2-40B4-BE49-F238E27FC236}">
                <a16:creationId xmlns:a16="http://schemas.microsoft.com/office/drawing/2014/main" id="{52D74E06-3050-D2EE-F3AF-BBA2B545ABEC}"/>
              </a:ext>
            </a:extLst>
          </p:cNvPr>
          <p:cNvSpPr/>
          <p:nvPr/>
        </p:nvSpPr>
        <p:spPr>
          <a:xfrm>
            <a:off x="2536823" y="8489448"/>
            <a:ext cx="1791609" cy="75070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select == “2”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497E204-AEE2-FA5F-3354-2E9EFFE00DCB}"/>
              </a:ext>
            </a:extLst>
          </p:cNvPr>
          <p:cNvSpPr/>
          <p:nvPr/>
        </p:nvSpPr>
        <p:spPr>
          <a:xfrm>
            <a:off x="2536821" y="9511659"/>
            <a:ext cx="1791612" cy="335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member_login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8" name="순서도: 판단 27">
            <a:extLst>
              <a:ext uri="{FF2B5EF4-FFF2-40B4-BE49-F238E27FC236}">
                <a16:creationId xmlns:a16="http://schemas.microsoft.com/office/drawing/2014/main" id="{C9BBF677-5A37-780E-1201-3ECC0589B525}"/>
              </a:ext>
            </a:extLst>
          </p:cNvPr>
          <p:cNvSpPr/>
          <p:nvPr/>
        </p:nvSpPr>
        <p:spPr>
          <a:xfrm>
            <a:off x="4730521" y="8489448"/>
            <a:ext cx="1791609" cy="75070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select == “3”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045E9CD-EA4E-AF27-2385-E4273AEC6A7A}"/>
              </a:ext>
            </a:extLst>
          </p:cNvPr>
          <p:cNvSpPr/>
          <p:nvPr/>
        </p:nvSpPr>
        <p:spPr>
          <a:xfrm>
            <a:off x="4730519" y="9511659"/>
            <a:ext cx="1791612" cy="335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member_logout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0873D58-3CDF-912B-B796-7E62D8ACAFB4}"/>
              </a:ext>
            </a:extLst>
          </p:cNvPr>
          <p:cNvCxnSpPr>
            <a:cxnSpLocks/>
          </p:cNvCxnSpPr>
          <p:nvPr/>
        </p:nvCxnSpPr>
        <p:spPr>
          <a:xfrm>
            <a:off x="3429000" y="7742499"/>
            <a:ext cx="0" cy="700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1E2C0189-1E58-8BC2-E50F-8F13A2E2DCAE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 rot="5400000">
            <a:off x="1885085" y="6945532"/>
            <a:ext cx="746949" cy="23408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98684615-3DE7-B9D2-C32C-90DF5AAF63B3}"/>
              </a:ext>
            </a:extLst>
          </p:cNvPr>
          <p:cNvCxnSpPr>
            <a:stCxn id="18" idx="2"/>
            <a:endCxn id="28" idx="0"/>
          </p:cNvCxnSpPr>
          <p:nvPr/>
        </p:nvCxnSpPr>
        <p:spPr>
          <a:xfrm rot="16200000" flipH="1">
            <a:off x="4154189" y="7017310"/>
            <a:ext cx="746949" cy="21973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0CB8432-2FAD-75F5-96A3-18D929DAB8CD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1088117" y="9240148"/>
            <a:ext cx="1" cy="196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37586BD-A766-3AC5-9E8E-697C48661270}"/>
              </a:ext>
            </a:extLst>
          </p:cNvPr>
          <p:cNvCxnSpPr>
            <a:cxnSpLocks/>
          </p:cNvCxnSpPr>
          <p:nvPr/>
        </p:nvCxnSpPr>
        <p:spPr>
          <a:xfrm flipH="1">
            <a:off x="3432627" y="9240148"/>
            <a:ext cx="1" cy="201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33C05C5-DE14-74EF-3C54-6351A5A3F635}"/>
              </a:ext>
            </a:extLst>
          </p:cNvPr>
          <p:cNvCxnSpPr>
            <a:cxnSpLocks/>
          </p:cNvCxnSpPr>
          <p:nvPr/>
        </p:nvCxnSpPr>
        <p:spPr>
          <a:xfrm flipH="1">
            <a:off x="5626324" y="9240148"/>
            <a:ext cx="1" cy="201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7A77233C-F662-439B-51B3-F2EF94E6BF66}"/>
              </a:ext>
            </a:extLst>
          </p:cNvPr>
          <p:cNvCxnSpPr>
            <a:stCxn id="24" idx="2"/>
            <a:endCxn id="18" idx="1"/>
          </p:cNvCxnSpPr>
          <p:nvPr/>
        </p:nvCxnSpPr>
        <p:spPr>
          <a:xfrm rot="5400000" flipH="1" flipV="1">
            <a:off x="384578" y="8050751"/>
            <a:ext cx="2500186" cy="1093108"/>
          </a:xfrm>
          <a:prstGeom prst="bentConnector4">
            <a:avLst>
              <a:gd name="adj1" fmla="val -9143"/>
              <a:gd name="adj2" fmla="val -914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0A5C16AB-99A8-C129-1440-143AF3CE975E}"/>
              </a:ext>
            </a:extLst>
          </p:cNvPr>
          <p:cNvCxnSpPr>
            <a:cxnSpLocks/>
            <a:stCxn id="26" idx="2"/>
            <a:endCxn id="18" idx="1"/>
          </p:cNvCxnSpPr>
          <p:nvPr/>
        </p:nvCxnSpPr>
        <p:spPr>
          <a:xfrm rot="5400000" flipH="1">
            <a:off x="1556833" y="7971604"/>
            <a:ext cx="2500186" cy="1251402"/>
          </a:xfrm>
          <a:prstGeom prst="bentConnector4">
            <a:avLst>
              <a:gd name="adj1" fmla="val -9143"/>
              <a:gd name="adj2" fmla="val 111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EDE54B50-678B-52F0-4CE8-8C26E3E41CAE}"/>
              </a:ext>
            </a:extLst>
          </p:cNvPr>
          <p:cNvCxnSpPr>
            <a:cxnSpLocks/>
            <a:stCxn id="29" idx="2"/>
            <a:endCxn id="18" idx="3"/>
          </p:cNvCxnSpPr>
          <p:nvPr/>
        </p:nvCxnSpPr>
        <p:spPr>
          <a:xfrm rot="5400000" flipH="1">
            <a:off x="3901457" y="8122530"/>
            <a:ext cx="2500186" cy="949550"/>
          </a:xfrm>
          <a:prstGeom prst="bentConnector4">
            <a:avLst>
              <a:gd name="adj1" fmla="val -9143"/>
              <a:gd name="adj2" fmla="val -1067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56E7640F-CDFF-E88E-17DE-68836480F68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429000" y="856343"/>
            <a:ext cx="0" cy="38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27A2110C-F8A2-A133-1E75-CE6ED2FB8804}"/>
              </a:ext>
            </a:extLst>
          </p:cNvPr>
          <p:cNvCxnSpPr>
            <a:cxnSpLocks/>
          </p:cNvCxnSpPr>
          <p:nvPr/>
        </p:nvCxnSpPr>
        <p:spPr>
          <a:xfrm>
            <a:off x="3429000" y="2152196"/>
            <a:ext cx="0" cy="427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DA5E4349-F6E5-2137-2F21-A1CE9A144F5A}"/>
              </a:ext>
            </a:extLst>
          </p:cNvPr>
          <p:cNvCxnSpPr>
            <a:cxnSpLocks/>
          </p:cNvCxnSpPr>
          <p:nvPr/>
        </p:nvCxnSpPr>
        <p:spPr>
          <a:xfrm>
            <a:off x="3429000" y="4911270"/>
            <a:ext cx="0" cy="39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448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454</TotalTime>
  <Words>150</Words>
  <Application>Microsoft Office PowerPoint</Application>
  <PresentationFormat>와이드스크린</PresentationFormat>
  <Paragraphs>36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김소현26</dc:creator>
  <cp:lastModifiedBy>김소현26</cp:lastModifiedBy>
  <cp:revision>1</cp:revision>
  <dcterms:created xsi:type="dcterms:W3CDTF">2026-01-15T00:38:08Z</dcterms:created>
  <dcterms:modified xsi:type="dcterms:W3CDTF">2026-01-15T08:12:42Z</dcterms:modified>
</cp:coreProperties>
</file>